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61" r:id="rId3"/>
    <p:sldId id="292" r:id="rId4"/>
    <p:sldId id="291" r:id="rId5"/>
    <p:sldId id="294" r:id="rId6"/>
    <p:sldId id="295" r:id="rId7"/>
    <p:sldId id="296" r:id="rId8"/>
    <p:sldId id="278" r:id="rId9"/>
    <p:sldId id="285" r:id="rId10"/>
    <p:sldId id="286" r:id="rId11"/>
    <p:sldId id="280" r:id="rId12"/>
    <p:sldId id="283" r:id="rId13"/>
    <p:sldId id="287" r:id="rId14"/>
    <p:sldId id="290" r:id="rId15"/>
    <p:sldId id="289" r:id="rId16"/>
    <p:sldId id="279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9" dt="2026-09-22T16:47:24.687"/>
    <p1510:client id="{AB5B8DB5-AD81-7C6A-A040-F29B83D53951}" v="45" dt="2026-09-22T16:26:06.014"/>
    <p1510:client id="{CB8A1C0B-0732-4684-92EF-5A2285DE7EFA}" v="287" dt="2026-09-23T13:36:20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201" autoAdjust="0"/>
    <p:restoredTop sz="94660"/>
  </p:normalViewPr>
  <p:slideViewPr>
    <p:cSldViewPr snapToGrid="0">
      <p:cViewPr>
        <p:scale>
          <a:sx n="33" d="100"/>
          <a:sy n="33" d="100"/>
        </p:scale>
        <p:origin x="619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zim Sendyka" userId="S::rs2071@cam.ac.uk::c34e45c7-8fd4-474d-b626-7b28853f9a0f" providerId="AD" clId="Web-{CB8A1C0B-0732-4684-92EF-5A2285DE7EFA}"/>
    <pc:docChg chg="addSld modSld">
      <pc:chgData name="Radzim Sendyka" userId="S::rs2071@cam.ac.uk::c34e45c7-8fd4-474d-b626-7b28853f9a0f" providerId="AD" clId="Web-{CB8A1C0B-0732-4684-92EF-5A2285DE7EFA}" dt="2026-09-23T13:36:20.452" v="279"/>
      <pc:docMkLst>
        <pc:docMk/>
      </pc:docMkLst>
      <pc:sldChg chg="mod modShow">
        <pc:chgData name="Radzim Sendyka" userId="S::rs2071@cam.ac.uk::c34e45c7-8fd4-474d-b626-7b28853f9a0f" providerId="AD" clId="Web-{CB8A1C0B-0732-4684-92EF-5A2285DE7EFA}" dt="2026-09-23T13:36:18.233" v="278"/>
        <pc:sldMkLst>
          <pc:docMk/>
          <pc:sldMk cId="1207384635" sldId="281"/>
        </pc:sldMkLst>
      </pc:sldChg>
      <pc:sldChg chg="mod modShow">
        <pc:chgData name="Radzim Sendyka" userId="S::rs2071@cam.ac.uk::c34e45c7-8fd4-474d-b626-7b28853f9a0f" providerId="AD" clId="Web-{CB8A1C0B-0732-4684-92EF-5A2285DE7EFA}" dt="2026-09-23T13:36:20.452" v="279"/>
        <pc:sldMkLst>
          <pc:docMk/>
          <pc:sldMk cId="342770223" sldId="282"/>
        </pc:sldMkLst>
      </pc:sldChg>
      <pc:sldChg chg="modSp new">
        <pc:chgData name="Radzim Sendyka" userId="S::rs2071@cam.ac.uk::c34e45c7-8fd4-474d-b626-7b28853f9a0f" providerId="AD" clId="Web-{CB8A1C0B-0732-4684-92EF-5A2285DE7EFA}" dt="2026-09-23T13:26:02.931" v="12" actId="20577"/>
        <pc:sldMkLst>
          <pc:docMk/>
          <pc:sldMk cId="1302082218" sldId="288"/>
        </pc:sldMkLst>
        <pc:spChg chg="mod">
          <ac:chgData name="Radzim Sendyka" userId="S::rs2071@cam.ac.uk::c34e45c7-8fd4-474d-b626-7b28853f9a0f" providerId="AD" clId="Web-{CB8A1C0B-0732-4684-92EF-5A2285DE7EFA}" dt="2026-09-23T13:26:02.931" v="12" actId="20577"/>
          <ac:spMkLst>
            <pc:docMk/>
            <pc:sldMk cId="1302082218" sldId="288"/>
            <ac:spMk id="2" creationId="{3F87AB0C-174E-1965-B0A0-761118FF96C3}"/>
          </ac:spMkLst>
        </pc:spChg>
        <pc:spChg chg="mod">
          <ac:chgData name="Radzim Sendyka" userId="S::rs2071@cam.ac.uk::c34e45c7-8fd4-474d-b626-7b28853f9a0f" providerId="AD" clId="Web-{CB8A1C0B-0732-4684-92EF-5A2285DE7EFA}" dt="2026-09-23T13:25:49.072" v="8" actId="20577"/>
          <ac:spMkLst>
            <pc:docMk/>
            <pc:sldMk cId="1302082218" sldId="288"/>
            <ac:spMk id="3" creationId="{F51E15EE-1E60-E22F-83DB-45AFE4B28D0B}"/>
          </ac:spMkLst>
        </pc:spChg>
      </pc:sldChg>
      <pc:sldChg chg="addSp delSp modSp new">
        <pc:chgData name="Radzim Sendyka" userId="S::rs2071@cam.ac.uk::c34e45c7-8fd4-474d-b626-7b28853f9a0f" providerId="AD" clId="Web-{CB8A1C0B-0732-4684-92EF-5A2285DE7EFA}" dt="2026-09-23T13:33:46.400" v="248"/>
        <pc:sldMkLst>
          <pc:docMk/>
          <pc:sldMk cId="2703875994" sldId="289"/>
        </pc:sldMkLst>
        <pc:spChg chg="mod">
          <ac:chgData name="Radzim Sendyka" userId="S::rs2071@cam.ac.uk::c34e45c7-8fd4-474d-b626-7b28853f9a0f" providerId="AD" clId="Web-{CB8A1C0B-0732-4684-92EF-5A2285DE7EFA}" dt="2026-09-23T13:26:42.136" v="16" actId="20577"/>
          <ac:spMkLst>
            <pc:docMk/>
            <pc:sldMk cId="2703875994" sldId="289"/>
            <ac:spMk id="2" creationId="{09B0BB45-36DC-8941-9157-0D43CB05B82C}"/>
          </ac:spMkLst>
        </pc:spChg>
        <pc:spChg chg="mod">
          <ac:chgData name="Radzim Sendyka" userId="S::rs2071@cam.ac.uk::c34e45c7-8fd4-474d-b626-7b28853f9a0f" providerId="AD" clId="Web-{CB8A1C0B-0732-4684-92EF-5A2285DE7EFA}" dt="2026-09-23T13:33:39.947" v="245" actId="20577"/>
          <ac:spMkLst>
            <pc:docMk/>
            <pc:sldMk cId="2703875994" sldId="289"/>
            <ac:spMk id="3" creationId="{21B43FED-2B22-FD39-0853-A01A0D30B563}"/>
          </ac:spMkLst>
        </pc:spChg>
        <pc:picChg chg="add del mod">
          <ac:chgData name="Radzim Sendyka" userId="S::rs2071@cam.ac.uk::c34e45c7-8fd4-474d-b626-7b28853f9a0f" providerId="AD" clId="Web-{CB8A1C0B-0732-4684-92EF-5A2285DE7EFA}" dt="2026-09-23T13:33:46.400" v="248"/>
          <ac:picMkLst>
            <pc:docMk/>
            <pc:sldMk cId="2703875994" sldId="289"/>
            <ac:picMk id="4" creationId="{B3DB6097-19B4-85A3-58FE-6D873B7DA55B}"/>
          </ac:picMkLst>
        </pc:picChg>
      </pc:sldChg>
      <pc:sldChg chg="addSp delSp modSp new addAnim">
        <pc:chgData name="Radzim Sendyka" userId="S::rs2071@cam.ac.uk::c34e45c7-8fd4-474d-b626-7b28853f9a0f" providerId="AD" clId="Web-{CB8A1C0B-0732-4684-92EF-5A2285DE7EFA}" dt="2026-09-23T13:35:49.920" v="277"/>
        <pc:sldMkLst>
          <pc:docMk/>
          <pc:sldMk cId="2988080545" sldId="290"/>
        </pc:sldMkLst>
        <pc:spChg chg="mod">
          <ac:chgData name="Radzim Sendyka" userId="S::rs2071@cam.ac.uk::c34e45c7-8fd4-474d-b626-7b28853f9a0f" providerId="AD" clId="Web-{CB8A1C0B-0732-4684-92EF-5A2285DE7EFA}" dt="2026-09-23T13:33:54.728" v="256" actId="20577"/>
          <ac:spMkLst>
            <pc:docMk/>
            <pc:sldMk cId="2988080545" sldId="290"/>
            <ac:spMk id="2" creationId="{D50A3936-AA19-9630-6F1B-880BBA19F82C}"/>
          </ac:spMkLst>
        </pc:spChg>
        <pc:spChg chg="del">
          <ac:chgData name="Radzim Sendyka" userId="S::rs2071@cam.ac.uk::c34e45c7-8fd4-474d-b626-7b28853f9a0f" providerId="AD" clId="Web-{CB8A1C0B-0732-4684-92EF-5A2285DE7EFA}" dt="2026-09-23T13:34:02.369" v="260"/>
          <ac:spMkLst>
            <pc:docMk/>
            <pc:sldMk cId="2988080545" sldId="290"/>
            <ac:spMk id="3" creationId="{BCFE3062-9879-B7BF-D491-0132FB3FD408}"/>
          </ac:spMkLst>
        </pc:spChg>
        <pc:picChg chg="add mod modCrop">
          <ac:chgData name="Radzim Sendyka" userId="S::rs2071@cam.ac.uk::c34e45c7-8fd4-474d-b626-7b28853f9a0f" providerId="AD" clId="Web-{CB8A1C0B-0732-4684-92EF-5A2285DE7EFA}" dt="2026-09-23T13:34:26.401" v="264" actId="1076"/>
          <ac:picMkLst>
            <pc:docMk/>
            <pc:sldMk cId="2988080545" sldId="290"/>
            <ac:picMk id="4" creationId="{A6E16594-583A-DECC-B484-C863D4BF8CDF}"/>
          </ac:picMkLst>
        </pc:picChg>
        <pc:picChg chg="add del mod">
          <ac:chgData name="Radzim Sendyka" userId="S::rs2071@cam.ac.uk::c34e45c7-8fd4-474d-b626-7b28853f9a0f" providerId="AD" clId="Web-{CB8A1C0B-0732-4684-92EF-5A2285DE7EFA}" dt="2026-09-23T13:34:54.433" v="267"/>
          <ac:picMkLst>
            <pc:docMk/>
            <pc:sldMk cId="2988080545" sldId="290"/>
            <ac:picMk id="5" creationId="{4A29CEE0-9AA8-B675-7F24-11E93E040D8E}"/>
          </ac:picMkLst>
        </pc:picChg>
        <pc:picChg chg="add mod ord">
          <ac:chgData name="Radzim Sendyka" userId="S::rs2071@cam.ac.uk::c34e45c7-8fd4-474d-b626-7b28853f9a0f" providerId="AD" clId="Web-{CB8A1C0B-0732-4684-92EF-5A2285DE7EFA}" dt="2026-09-23T13:35:49.920" v="277"/>
          <ac:picMkLst>
            <pc:docMk/>
            <pc:sldMk cId="2988080545" sldId="290"/>
            <ac:picMk id="6" creationId="{D30CDF05-A30F-EFEB-2592-15CA73C19F62}"/>
          </ac:picMkLst>
        </pc:picChg>
      </pc:sldChg>
    </pc:docChg>
  </pc:docChgLst>
  <pc:docChgLst>
    <pc:chgData name="Radzim Sendyka" userId="S::rs2071@cam.ac.uk::c34e45c7-8fd4-474d-b626-7b28853f9a0f" providerId="AD" clId="Web-{00000000-0000-0000-0000-000000000000}"/>
    <pc:docChg chg="addSld modSld sldOrd">
      <pc:chgData name="Radzim Sendyka" userId="S::rs2071@cam.ac.uk::c34e45c7-8fd4-474d-b626-7b28853f9a0f" providerId="AD" clId="Web-{00000000-0000-0000-0000-000000000000}" dt="2026-09-22T16:47:23.624" v="87" actId="20577"/>
      <pc:docMkLst>
        <pc:docMk/>
      </pc:docMkLst>
      <pc:sldChg chg="mod modShow">
        <pc:chgData name="Radzim Sendyka" userId="S::rs2071@cam.ac.uk::c34e45c7-8fd4-474d-b626-7b28853f9a0f" providerId="AD" clId="Web-{00000000-0000-0000-0000-000000000000}" dt="2026-09-22T16:47:13.655" v="85"/>
        <pc:sldMkLst>
          <pc:docMk/>
          <pc:sldMk cId="0" sldId="277"/>
        </pc:sldMkLst>
      </pc:sldChg>
      <pc:sldChg chg="modSp">
        <pc:chgData name="Radzim Sendyka" userId="S::rs2071@cam.ac.uk::c34e45c7-8fd4-474d-b626-7b28853f9a0f" providerId="AD" clId="Web-{00000000-0000-0000-0000-000000000000}" dt="2026-09-22T16:47:23.624" v="87" actId="20577"/>
        <pc:sldMkLst>
          <pc:docMk/>
          <pc:sldMk cId="186182535" sldId="278"/>
        </pc:sldMkLst>
        <pc:spChg chg="mod">
          <ac:chgData name="Radzim Sendyka" userId="S::rs2071@cam.ac.uk::c34e45c7-8fd4-474d-b626-7b28853f9a0f" providerId="AD" clId="Web-{00000000-0000-0000-0000-000000000000}" dt="2026-09-22T16:47:23.624" v="87" actId="20577"/>
          <ac:spMkLst>
            <pc:docMk/>
            <pc:sldMk cId="186182535" sldId="278"/>
            <ac:spMk id="2" creationId="{9ED26C81-7D1C-018D-EFF0-5F9E96CCFA72}"/>
          </ac:spMkLst>
        </pc:spChg>
      </pc:sldChg>
      <pc:sldChg chg="addSp delSp modSp new ord">
        <pc:chgData name="Radzim Sendyka" userId="S::rs2071@cam.ac.uk::c34e45c7-8fd4-474d-b626-7b28853f9a0f" providerId="AD" clId="Web-{00000000-0000-0000-0000-000000000000}" dt="2026-09-22T16:47:00.717" v="84"/>
        <pc:sldMkLst>
          <pc:docMk/>
          <pc:sldMk cId="3743214974" sldId="287"/>
        </pc:sldMkLst>
        <pc:spChg chg="mod">
          <ac:chgData name="Radzim Sendyka" userId="S::rs2071@cam.ac.uk::c34e45c7-8fd4-474d-b626-7b28853f9a0f" providerId="AD" clId="Web-{00000000-0000-0000-0000-000000000000}" dt="2026-09-22T16:30:47.977" v="39" actId="20577"/>
          <ac:spMkLst>
            <pc:docMk/>
            <pc:sldMk cId="3743214974" sldId="287"/>
            <ac:spMk id="2" creationId="{22EB1694-53D2-D99B-4631-6BF5471D0FB8}"/>
          </ac:spMkLst>
        </pc:spChg>
        <pc:spChg chg="del">
          <ac:chgData name="Radzim Sendyka" userId="S::rs2071@cam.ac.uk::c34e45c7-8fd4-474d-b626-7b28853f9a0f" providerId="AD" clId="Web-{00000000-0000-0000-0000-000000000000}" dt="2026-09-22T16:29:07.489" v="8"/>
          <ac:spMkLst>
            <pc:docMk/>
            <pc:sldMk cId="3743214974" sldId="287"/>
            <ac:spMk id="3" creationId="{641585FC-834D-5C89-256C-032672AFE7FC}"/>
          </ac:spMkLst>
        </pc:spChg>
        <pc:spChg chg="add mod">
          <ac:chgData name="Radzim Sendyka" userId="S::rs2071@cam.ac.uk::c34e45c7-8fd4-474d-b626-7b28853f9a0f" providerId="AD" clId="Web-{00000000-0000-0000-0000-000000000000}" dt="2026-09-22T16:34:05.094" v="64"/>
          <ac:spMkLst>
            <pc:docMk/>
            <pc:sldMk cId="3743214974" sldId="287"/>
            <ac:spMk id="9" creationId="{8412F255-0F4F-3908-D05A-6F5F3B96EB07}"/>
          </ac:spMkLst>
        </pc:spChg>
        <pc:spChg chg="add mod">
          <ac:chgData name="Radzim Sendyka" userId="S::rs2071@cam.ac.uk::c34e45c7-8fd4-474d-b626-7b28853f9a0f" providerId="AD" clId="Web-{00000000-0000-0000-0000-000000000000}" dt="2026-09-22T16:35:04.862" v="81" actId="1076"/>
          <ac:spMkLst>
            <pc:docMk/>
            <pc:sldMk cId="3743214974" sldId="287"/>
            <ac:spMk id="11" creationId="{3F097541-CC15-2270-F0BB-983F548041FE}"/>
          </ac:spMkLst>
        </pc:spChg>
        <pc:picChg chg="add del mod">
          <ac:chgData name="Radzim Sendyka" userId="S::rs2071@cam.ac.uk::c34e45c7-8fd4-474d-b626-7b28853f9a0f" providerId="AD" clId="Web-{00000000-0000-0000-0000-000000000000}" dt="2026-09-22T16:32:36.669" v="47"/>
          <ac:picMkLst>
            <pc:docMk/>
            <pc:sldMk cId="3743214974" sldId="287"/>
            <ac:picMk id="4" creationId="{B5C8A70E-EEF6-B386-A6A8-6A13731A18C2}"/>
          </ac:picMkLst>
        </pc:picChg>
        <pc:picChg chg="add mod">
          <ac:chgData name="Radzim Sendyka" userId="S::rs2071@cam.ac.uk::c34e45c7-8fd4-474d-b626-7b28853f9a0f" providerId="AD" clId="Web-{00000000-0000-0000-0000-000000000000}" dt="2026-09-22T16:30:29.742" v="22" actId="1076"/>
          <ac:picMkLst>
            <pc:docMk/>
            <pc:sldMk cId="3743214974" sldId="287"/>
            <ac:picMk id="5" creationId="{8C352C24-CAC6-B77F-EAE1-94D649C633F7}"/>
          </ac:picMkLst>
        </pc:picChg>
        <pc:picChg chg="add del mod">
          <ac:chgData name="Radzim Sendyka" userId="S::rs2071@cam.ac.uk::c34e45c7-8fd4-474d-b626-7b28853f9a0f" providerId="AD" clId="Web-{00000000-0000-0000-0000-000000000000}" dt="2026-09-22T16:33:33.109" v="57"/>
          <ac:picMkLst>
            <pc:docMk/>
            <pc:sldMk cId="3743214974" sldId="287"/>
            <ac:picMk id="6" creationId="{FDC55117-25A2-DC69-D0EA-E2657620D1D0}"/>
          </ac:picMkLst>
        </pc:picChg>
        <pc:picChg chg="add mod">
          <ac:chgData name="Radzim Sendyka" userId="S::rs2071@cam.ac.uk::c34e45c7-8fd4-474d-b626-7b28853f9a0f" providerId="AD" clId="Web-{00000000-0000-0000-0000-000000000000}" dt="2026-09-22T16:32:48.263" v="52" actId="14100"/>
          <ac:picMkLst>
            <pc:docMk/>
            <pc:sldMk cId="3743214974" sldId="287"/>
            <ac:picMk id="7" creationId="{DEA0DEAB-DA58-203D-3DB0-E019F825A9B6}"/>
          </ac:picMkLst>
        </pc:picChg>
        <pc:picChg chg="add mod">
          <ac:chgData name="Radzim Sendyka" userId="S::rs2071@cam.ac.uk::c34e45c7-8fd4-474d-b626-7b28853f9a0f" providerId="AD" clId="Web-{00000000-0000-0000-0000-000000000000}" dt="2026-09-22T16:35:22.738" v="82" actId="1076"/>
          <ac:picMkLst>
            <pc:docMk/>
            <pc:sldMk cId="3743214974" sldId="287"/>
            <ac:picMk id="8" creationId="{6FEDBA40-3DC0-C79B-AAE0-BE6691E1BB33}"/>
          </ac:picMkLst>
        </pc:picChg>
        <pc:cxnChg chg="add mod">
          <ac:chgData name="Radzim Sendyka" userId="S::rs2071@cam.ac.uk::c34e45c7-8fd4-474d-b626-7b28853f9a0f" providerId="AD" clId="Web-{00000000-0000-0000-0000-000000000000}" dt="2026-09-22T16:34:27.564" v="66"/>
          <ac:cxnSpMkLst>
            <pc:docMk/>
            <pc:sldMk cId="3743214974" sldId="287"/>
            <ac:cxnSpMk id="10" creationId="{3ADBF425-6B06-2FEE-F18D-8859FC34EE9F}"/>
          </ac:cxnSpMkLst>
        </pc:cxnChg>
      </pc:sldChg>
    </pc:docChg>
  </pc:docChgLst>
  <pc:docChgLst>
    <pc:chgData name="Radzim Sendyka" userId="S::rs2071@cam.ac.uk::c34e45c7-8fd4-474d-b626-7b28853f9a0f" providerId="AD" clId="Web-{AB5B8DB5-AD81-7C6A-A040-F29B83D53951}"/>
    <pc:docChg chg="addSld modSld">
      <pc:chgData name="Radzim Sendyka" userId="S::rs2071@cam.ac.uk::c34e45c7-8fd4-474d-b626-7b28853f9a0f" providerId="AD" clId="Web-{AB5B8DB5-AD81-7C6A-A040-F29B83D53951}" dt="2026-09-22T16:26:06.014" v="45"/>
      <pc:docMkLst>
        <pc:docMk/>
      </pc:docMkLst>
      <pc:sldChg chg="addSp delSp modSp">
        <pc:chgData name="Radzim Sendyka" userId="S::rs2071@cam.ac.uk::c34e45c7-8fd4-474d-b626-7b28853f9a0f" providerId="AD" clId="Web-{AB5B8DB5-AD81-7C6A-A040-F29B83D53951}" dt="2026-09-22T16:14:59.473" v="13" actId="20577"/>
        <pc:sldMkLst>
          <pc:docMk/>
          <pc:sldMk cId="2415364651" sldId="279"/>
        </pc:sldMkLst>
        <pc:spChg chg="mod">
          <ac:chgData name="Radzim Sendyka" userId="S::rs2071@cam.ac.uk::c34e45c7-8fd4-474d-b626-7b28853f9a0f" providerId="AD" clId="Web-{AB5B8DB5-AD81-7C6A-A040-F29B83D53951}" dt="2026-09-22T16:14:59.473" v="13" actId="20577"/>
          <ac:spMkLst>
            <pc:docMk/>
            <pc:sldMk cId="2415364651" sldId="279"/>
            <ac:spMk id="2" creationId="{067E2716-3F45-E9BC-0B85-9B77023994F8}"/>
          </ac:spMkLst>
        </pc:spChg>
        <pc:picChg chg="add mod">
          <ac:chgData name="Radzim Sendyka" userId="S::rs2071@cam.ac.uk::c34e45c7-8fd4-474d-b626-7b28853f9a0f" providerId="AD" clId="Web-{AB5B8DB5-AD81-7C6A-A040-F29B83D53951}" dt="2026-09-22T16:14:49.597" v="11" actId="1076"/>
          <ac:picMkLst>
            <pc:docMk/>
            <pc:sldMk cId="2415364651" sldId="279"/>
            <ac:picMk id="3" creationId="{FC362598-02D9-699B-3B2E-2C91F0AAD0CC}"/>
          </ac:picMkLst>
        </pc:picChg>
        <pc:picChg chg="add del mod">
          <ac:chgData name="Radzim Sendyka" userId="S::rs2071@cam.ac.uk::c34e45c7-8fd4-474d-b626-7b28853f9a0f" providerId="AD" clId="Web-{AB5B8DB5-AD81-7C6A-A040-F29B83D53951}" dt="2026-09-22T16:14:18.393" v="7"/>
          <ac:picMkLst>
            <pc:docMk/>
            <pc:sldMk cId="2415364651" sldId="279"/>
            <ac:picMk id="6" creationId="{997AEE3B-31F9-CACD-D2A4-870E041CC7D8}"/>
          </ac:picMkLst>
        </pc:picChg>
        <pc:picChg chg="add mod">
          <ac:chgData name="Radzim Sendyka" userId="S::rs2071@cam.ac.uk::c34e45c7-8fd4-474d-b626-7b28853f9a0f" providerId="AD" clId="Web-{AB5B8DB5-AD81-7C6A-A040-F29B83D53951}" dt="2026-09-22T16:14:46.597" v="10" actId="1076"/>
          <ac:picMkLst>
            <pc:docMk/>
            <pc:sldMk cId="2415364651" sldId="279"/>
            <ac:picMk id="7" creationId="{283C8FBA-9971-68BF-8ABB-85C29E874D23}"/>
          </ac:picMkLst>
        </pc:picChg>
      </pc:sldChg>
      <pc:sldChg chg="modSp">
        <pc:chgData name="Radzim Sendyka" userId="S::rs2071@cam.ac.uk::c34e45c7-8fd4-474d-b626-7b28853f9a0f" providerId="AD" clId="Web-{AB5B8DB5-AD81-7C6A-A040-F29B83D53951}" dt="2026-09-22T16:15:22.083" v="18" actId="1076"/>
        <pc:sldMkLst>
          <pc:docMk/>
          <pc:sldMk cId="342770223" sldId="282"/>
        </pc:sldMkLst>
        <pc:picChg chg="mod">
          <ac:chgData name="Radzim Sendyka" userId="S::rs2071@cam.ac.uk::c34e45c7-8fd4-474d-b626-7b28853f9a0f" providerId="AD" clId="Web-{AB5B8DB5-AD81-7C6A-A040-F29B83D53951}" dt="2026-09-22T16:15:20.677" v="16" actId="1076"/>
          <ac:picMkLst>
            <pc:docMk/>
            <pc:sldMk cId="342770223" sldId="282"/>
            <ac:picMk id="4" creationId="{62C46B65-9A7D-1EBB-FCF9-E4AD83EEC54A}"/>
          </ac:picMkLst>
        </pc:picChg>
        <pc:picChg chg="mod">
          <ac:chgData name="Radzim Sendyka" userId="S::rs2071@cam.ac.uk::c34e45c7-8fd4-474d-b626-7b28853f9a0f" providerId="AD" clId="Web-{AB5B8DB5-AD81-7C6A-A040-F29B83D53951}" dt="2026-09-22T16:15:22.083" v="18" actId="1076"/>
          <ac:picMkLst>
            <pc:docMk/>
            <pc:sldMk cId="342770223" sldId="282"/>
            <ac:picMk id="7" creationId="{658B0D22-71F0-C8D9-8597-5C6BDDAEAF04}"/>
          </ac:picMkLst>
        </pc:picChg>
      </pc:sldChg>
      <pc:sldChg chg="addSp delSp modSp new modNotes">
        <pc:chgData name="Radzim Sendyka" userId="S::rs2071@cam.ac.uk::c34e45c7-8fd4-474d-b626-7b28853f9a0f" providerId="AD" clId="Web-{AB5B8DB5-AD81-7C6A-A040-F29B83D53951}" dt="2026-09-22T16:25:02.168" v="33" actId="20577"/>
        <pc:sldMkLst>
          <pc:docMk/>
          <pc:sldMk cId="2789234659" sldId="285"/>
        </pc:sldMkLst>
        <pc:spChg chg="mod">
          <ac:chgData name="Radzim Sendyka" userId="S::rs2071@cam.ac.uk::c34e45c7-8fd4-474d-b626-7b28853f9a0f" providerId="AD" clId="Web-{AB5B8DB5-AD81-7C6A-A040-F29B83D53951}" dt="2026-09-22T16:25:02.168" v="33" actId="20577"/>
          <ac:spMkLst>
            <pc:docMk/>
            <pc:sldMk cId="2789234659" sldId="285"/>
            <ac:spMk id="2" creationId="{F48A896A-1E20-8BBC-8BF1-94F3E1311CF6}"/>
          </ac:spMkLst>
        </pc:spChg>
        <pc:spChg chg="del">
          <ac:chgData name="Radzim Sendyka" userId="S::rs2071@cam.ac.uk::c34e45c7-8fd4-474d-b626-7b28853f9a0f" providerId="AD" clId="Web-{AB5B8DB5-AD81-7C6A-A040-F29B83D53951}" dt="2026-09-22T16:16:31.210" v="21"/>
          <ac:spMkLst>
            <pc:docMk/>
            <pc:sldMk cId="2789234659" sldId="285"/>
            <ac:spMk id="3" creationId="{5558B379-A0DB-1708-E9D7-18D03123A9F2}"/>
          </ac:spMkLst>
        </pc:spChg>
        <pc:picChg chg="add mod">
          <ac:chgData name="Radzim Sendyka" userId="S::rs2071@cam.ac.uk::c34e45c7-8fd4-474d-b626-7b28853f9a0f" providerId="AD" clId="Web-{AB5B8DB5-AD81-7C6A-A040-F29B83D53951}" dt="2026-09-22T16:16:29.273" v="20"/>
          <ac:picMkLst>
            <pc:docMk/>
            <pc:sldMk cId="2789234659" sldId="285"/>
            <ac:picMk id="4" creationId="{477E7DE7-8C16-CCB7-9359-F09122A60357}"/>
          </ac:picMkLst>
        </pc:picChg>
      </pc:sldChg>
      <pc:sldChg chg="addSp delSp modSp add replId modNotes">
        <pc:chgData name="Radzim Sendyka" userId="S::rs2071@cam.ac.uk::c34e45c7-8fd4-474d-b626-7b28853f9a0f" providerId="AD" clId="Web-{AB5B8DB5-AD81-7C6A-A040-F29B83D53951}" dt="2026-09-22T16:26:06.014" v="45"/>
        <pc:sldMkLst>
          <pc:docMk/>
          <pc:sldMk cId="3306455322" sldId="286"/>
        </pc:sldMkLst>
        <pc:spChg chg="mod">
          <ac:chgData name="Radzim Sendyka" userId="S::rs2071@cam.ac.uk::c34e45c7-8fd4-474d-b626-7b28853f9a0f" providerId="AD" clId="Web-{AB5B8DB5-AD81-7C6A-A040-F29B83D53951}" dt="2026-09-22T16:26:03.373" v="43" actId="20577"/>
          <ac:spMkLst>
            <pc:docMk/>
            <pc:sldMk cId="3306455322" sldId="286"/>
            <ac:spMk id="2" creationId="{429391B0-1D85-059F-B385-7C9D2D4394BF}"/>
          </ac:spMkLst>
        </pc:spChg>
        <pc:picChg chg="add mod">
          <ac:chgData name="Radzim Sendyka" userId="S::rs2071@cam.ac.uk::c34e45c7-8fd4-474d-b626-7b28853f9a0f" providerId="AD" clId="Web-{AB5B8DB5-AD81-7C6A-A040-F29B83D53951}" dt="2026-09-22T16:26:06.014" v="45"/>
          <ac:picMkLst>
            <pc:docMk/>
            <pc:sldMk cId="3306455322" sldId="286"/>
            <ac:picMk id="3" creationId="{52336522-62DB-2047-7E4E-2DEFD2DD8C5E}"/>
          </ac:picMkLst>
        </pc:picChg>
        <pc:picChg chg="del">
          <ac:chgData name="Radzim Sendyka" userId="S::rs2071@cam.ac.uk::c34e45c7-8fd4-474d-b626-7b28853f9a0f" providerId="AD" clId="Web-{AB5B8DB5-AD81-7C6A-A040-F29B83D53951}" dt="2026-09-22T16:26:04.857" v="44"/>
          <ac:picMkLst>
            <pc:docMk/>
            <pc:sldMk cId="3306455322" sldId="286"/>
            <ac:picMk id="4" creationId="{E64385D1-D6F6-AA49-9D82-36938E3986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797A2-BD80-4098-897C-2566B331DA15}" type="datetimeFigureOut">
              <a:t>10/16/2026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B3B79-B3D0-4137-A0F5-AE3499504E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03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https://zenithllms.chat/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B3B79-B3D0-4137-A0F5-AE3499504EDC}" type="slidenum">
              <a:rPr lang="en-GB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81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FFD4F-3AF8-430D-6787-7C55BDCD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0985B-585F-F6D7-F24B-4585AE9BE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533D4-D33F-6D2C-2705-AEC5F7E69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https://talkie-lm.com/chat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4F68-B679-3058-66FA-DB3F5578F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B3B79-B3D0-4137-A0F5-AE3499504EDC}" type="slidenum">
              <a:rPr lang="en-GB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372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390467"/>
            <a:ext cx="113608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800" cy="4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03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dirty="0"/>
              <a:t>Practicalities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dirty="0"/>
              <a:t>How can you actually use LLMs?</a:t>
            </a:r>
          </a:p>
        </p:txBody>
      </p:sp>
    </p:spTree>
    <p:extLst>
      <p:ext uri="{BB962C8B-B14F-4D97-AF65-F5344CB8AC3E}">
        <p14:creationId xmlns:p14="http://schemas.microsoft.com/office/powerpoint/2010/main" val="404086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649DA-A764-9B55-DC77-D8B0CA9C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GB" sz="3200"/>
              <a:t>Hugging Face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FD5C15-3FA8-880E-7F92-679C6E605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Almost every model will have example code on how to run it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0D9AF43-65C4-6819-4566-520FDD020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173" y="867064"/>
            <a:ext cx="5138718" cy="50487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3182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DD72-FCF5-2570-C99B-4BEE0B7E92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F15FE-D0A5-ECED-26DB-FEC563072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69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CCA0-5949-EE26-90F2-933E82879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LLM</a:t>
            </a:r>
          </a:p>
        </p:txBody>
      </p:sp>
      <p:pic>
        <p:nvPicPr>
          <p:cNvPr id="4" name="Picture 3" descr="Making a ChatGPT-like UI for your application in 15 minutes | by Pranav Dhoolia | HeurisLabs | Medium">
            <a:extLst>
              <a:ext uri="{FF2B5EF4-FFF2-40B4-BE49-F238E27FC236}">
                <a16:creationId xmlns:a16="http://schemas.microsoft.com/office/drawing/2014/main" id="{336754CB-9CB6-FC0C-6E4C-55A6E72A7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2" y="1458467"/>
            <a:ext cx="66198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0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B0F3-2B70-794A-80E8-0A34CB27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2801C-7E93-72C7-5E71-46AA478A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Generation, Video Generation</a:t>
            </a:r>
          </a:p>
        </p:txBody>
      </p:sp>
      <p:pic>
        <p:nvPicPr>
          <p:cNvPr id="5" name="Picture 4" descr="AI Fruit Drama Story: Banana, Strawberry &amp; Sad Ending">
            <a:extLst>
              <a:ext uri="{FF2B5EF4-FFF2-40B4-BE49-F238E27FC236}">
                <a16:creationId xmlns:a16="http://schemas.microsoft.com/office/drawing/2014/main" id="{263FB16E-4602-2890-2B53-49DD74FFB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956" y="2037614"/>
            <a:ext cx="2048444" cy="3647710"/>
          </a:xfrm>
          <a:prstGeom prst="rect">
            <a:avLst/>
          </a:prstGeom>
        </p:spPr>
      </p:pic>
      <p:pic>
        <p:nvPicPr>
          <p:cNvPr id="6" name="Picture 5" descr="This Person Does Not Exist - Random AI Face Generator">
            <a:extLst>
              <a:ext uri="{FF2B5EF4-FFF2-40B4-BE49-F238E27FC236}">
                <a16:creationId xmlns:a16="http://schemas.microsoft.com/office/drawing/2014/main" id="{E45384C3-C513-120D-4214-C266C8684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2793469"/>
            <a:ext cx="2143125" cy="2143125"/>
          </a:xfrm>
          <a:prstGeom prst="rect">
            <a:avLst/>
          </a:prstGeom>
        </p:spPr>
      </p:pic>
      <p:pic>
        <p:nvPicPr>
          <p:cNvPr id="7" name="Picture 6" descr="Trump deletes post depicting him as Jesus-like figure after backlash">
            <a:extLst>
              <a:ext uri="{FF2B5EF4-FFF2-40B4-BE49-F238E27FC236}">
                <a16:creationId xmlns:a16="http://schemas.microsoft.com/office/drawing/2014/main" id="{0169DEAC-EF9D-FD1E-CE6F-7F2519E3B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18" y="2208842"/>
            <a:ext cx="2444563" cy="330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9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E11E-679B-3D7D-F6B2-B7F656C0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to Speech, Speech to Text</a:t>
            </a:r>
          </a:p>
        </p:txBody>
      </p:sp>
      <p:pic>
        <p:nvPicPr>
          <p:cNvPr id="4" name="Picture 3" descr="5 Best Speech-to-Text APIs | Nordic APIs |">
            <a:extLst>
              <a:ext uri="{FF2B5EF4-FFF2-40B4-BE49-F238E27FC236}">
                <a16:creationId xmlns:a16="http://schemas.microsoft.com/office/drawing/2014/main" id="{047C4C9C-1015-3387-93EB-980E1466A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27" y="1841376"/>
            <a:ext cx="7245345" cy="405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E850-F7AE-F151-C543-5F72EA5E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3D34-5019-D2D0-B932-1FE666EC1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OCR, Vision, Multimodal</a:t>
            </a:r>
          </a:p>
        </p:txBody>
      </p:sp>
      <p:pic>
        <p:nvPicPr>
          <p:cNvPr id="5" name="Picture 4" descr="What Is OCR (Optical Character Recognition) Technology?">
            <a:extLst>
              <a:ext uri="{FF2B5EF4-FFF2-40B4-BE49-F238E27FC236}">
                <a16:creationId xmlns:a16="http://schemas.microsoft.com/office/drawing/2014/main" id="{AA91879D-54CD-6887-0FEF-95784623D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1638233"/>
            <a:ext cx="2943225" cy="2357438"/>
          </a:xfrm>
          <a:prstGeom prst="rect">
            <a:avLst/>
          </a:prstGeom>
        </p:spPr>
      </p:pic>
      <p:pic>
        <p:nvPicPr>
          <p:cNvPr id="6" name="Picture 5" descr="AI model speeds up high-resolution computer vision | MIT News | Massachusetts Institute of Technology">
            <a:extLst>
              <a:ext uri="{FF2B5EF4-FFF2-40B4-BE49-F238E27FC236}">
                <a16:creationId xmlns:a16="http://schemas.microsoft.com/office/drawing/2014/main" id="{5B221127-E1F6-8BF6-B4B9-9A0CAD2A2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3995671"/>
            <a:ext cx="2943225" cy="1963944"/>
          </a:xfrm>
          <a:prstGeom prst="rect">
            <a:avLst/>
          </a:prstGeom>
        </p:spPr>
      </p:pic>
      <p:pic>
        <p:nvPicPr>
          <p:cNvPr id="7" name="Picture 6" descr="How Does A Multimodal LLM Work? The Vision Story">
            <a:extLst>
              <a:ext uri="{FF2B5EF4-FFF2-40B4-BE49-F238E27FC236}">
                <a16:creationId xmlns:a16="http://schemas.microsoft.com/office/drawing/2014/main" id="{F7977DA2-3B21-1548-B0F2-EDF46935D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645" y="1274660"/>
            <a:ext cx="6733355" cy="468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6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6C81-7D1C-018D-EFF0-5F9E96CC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Embeddings</a:t>
            </a:r>
            <a:endParaRPr lang="en-US" dirty="0"/>
          </a:p>
        </p:txBody>
      </p:sp>
      <p:pic>
        <p:nvPicPr>
          <p:cNvPr id="4" name="Picture 3" descr="Beginner's Guide to Embedding Models">
            <a:extLst>
              <a:ext uri="{FF2B5EF4-FFF2-40B4-BE49-F238E27FC236}">
                <a16:creationId xmlns:a16="http://schemas.microsoft.com/office/drawing/2014/main" id="{B5110FCA-2BB2-05DC-6907-060E9D94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52"/>
          <a:stretch>
            <a:fillRect/>
          </a:stretch>
        </p:blipFill>
        <p:spPr>
          <a:xfrm>
            <a:off x="6440070" y="1282890"/>
            <a:ext cx="4711822" cy="4450876"/>
          </a:xfrm>
          <a:prstGeom prst="rect">
            <a:avLst/>
          </a:prstGeom>
        </p:spPr>
      </p:pic>
      <p:pic>
        <p:nvPicPr>
          <p:cNvPr id="5" name="Picture 4" descr="2D PCA projection of word embeddings. Five different word clusters are... |  Download Scientific Diagram">
            <a:extLst>
              <a:ext uri="{FF2B5EF4-FFF2-40B4-BE49-F238E27FC236}">
                <a16:creationId xmlns:a16="http://schemas.microsoft.com/office/drawing/2014/main" id="{298ADC49-A895-5D49-4FFE-CAD20C10F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81" y="1853041"/>
            <a:ext cx="52006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2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896A-1E20-8BBC-8BF1-94F3E13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Abliterated</a:t>
            </a:r>
            <a:r>
              <a:rPr lang="en-GB" dirty="0"/>
              <a:t>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E7DE7-8C16-CCB7-9359-F09122A6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2162175"/>
            <a:ext cx="74485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34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16FF-3215-C5EF-13AA-63BC8C84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91B0-1D85-059F-B385-7C9D2D43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Vintage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336522-62DB-2047-7E4E-2DEFD2DD8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88" y="1566863"/>
            <a:ext cx="75914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5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819474-4490-E195-4D83-7DA17CFC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" y="815002"/>
            <a:ext cx="2824789" cy="777636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8A9CBE2F-0B97-1225-D790-A9E1BC33F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91" y="2465399"/>
            <a:ext cx="3332789" cy="439209"/>
          </a:xfrm>
          <a:prstGeom prst="rect">
            <a:avLst/>
          </a:prstGeom>
        </p:spPr>
      </p:pic>
      <p:pic>
        <p:nvPicPr>
          <p:cNvPr id="6" name="Picture 5" descr="A blue and purple logo&#10;&#10;AI-generated content may be incorrect.">
            <a:extLst>
              <a:ext uri="{FF2B5EF4-FFF2-40B4-BE49-F238E27FC236}">
                <a16:creationId xmlns:a16="http://schemas.microsoft.com/office/drawing/2014/main" id="{969BF308-B461-7652-438E-D6FEDBF56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11" y="3518840"/>
            <a:ext cx="2326025" cy="823673"/>
          </a:xfrm>
          <a:prstGeom prst="rect">
            <a:avLst/>
          </a:prstGeom>
        </p:spPr>
      </p:pic>
      <p:pic>
        <p:nvPicPr>
          <p:cNvPr id="7" name="Picture 6" descr="A blue and pink logo&#10;&#10;AI-generated content may be incorrect.">
            <a:extLst>
              <a:ext uri="{FF2B5EF4-FFF2-40B4-BE49-F238E27FC236}">
                <a16:creationId xmlns:a16="http://schemas.microsoft.com/office/drawing/2014/main" id="{8B94DD64-0CCE-1152-C505-6516A40E8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4029" y="2466809"/>
            <a:ext cx="2168620" cy="1646190"/>
          </a:xfrm>
          <a:prstGeom prst="rect">
            <a:avLst/>
          </a:prstGeom>
        </p:spPr>
      </p:pic>
      <p:pic>
        <p:nvPicPr>
          <p:cNvPr id="8" name="Picture 7" descr="A blue and purple brain with connected lines&#10;&#10;AI-generated content may be incorrect.">
            <a:extLst>
              <a:ext uri="{FF2B5EF4-FFF2-40B4-BE49-F238E27FC236}">
                <a16:creationId xmlns:a16="http://schemas.microsoft.com/office/drawing/2014/main" id="{DCEEEF19-3A23-9D3F-B5D4-51FABF9A7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8611" y="561328"/>
            <a:ext cx="1639456" cy="1670243"/>
          </a:xfrm>
          <a:prstGeom prst="rect">
            <a:avLst/>
          </a:prstGeom>
        </p:spPr>
      </p:pic>
      <p:pic>
        <p:nvPicPr>
          <p:cNvPr id="11" name="Picture 10" descr="A blue butterfly with black background&#10;&#10;AI-generated content may be incorrect.">
            <a:extLst>
              <a:ext uri="{FF2B5EF4-FFF2-40B4-BE49-F238E27FC236}">
                <a16:creationId xmlns:a16="http://schemas.microsoft.com/office/drawing/2014/main" id="{8493AF6C-00D6-1F1D-40B9-894D31601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0682" y="4621548"/>
            <a:ext cx="1831879" cy="18078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73339A-7950-DAFB-6C9D-7BDCFB68703E}"/>
              </a:ext>
            </a:extLst>
          </p:cNvPr>
          <p:cNvSpPr txBox="1"/>
          <p:nvPr/>
        </p:nvSpPr>
        <p:spPr>
          <a:xfrm>
            <a:off x="8983668" y="1201139"/>
            <a:ext cx="8773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AWS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D98748-F3BF-491E-617D-30DD294F26EE}"/>
              </a:ext>
            </a:extLst>
          </p:cNvPr>
          <p:cNvSpPr txBox="1"/>
          <p:nvPr/>
        </p:nvSpPr>
        <p:spPr>
          <a:xfrm>
            <a:off x="8398561" y="3289835"/>
            <a:ext cx="14624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Microsoft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CAAF7-9386-78FE-E245-AC245E545180}"/>
              </a:ext>
            </a:extLst>
          </p:cNvPr>
          <p:cNvSpPr txBox="1"/>
          <p:nvPr/>
        </p:nvSpPr>
        <p:spPr>
          <a:xfrm>
            <a:off x="8650293" y="5296888"/>
            <a:ext cx="12106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Google</a:t>
            </a:r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DD3303E-F7C4-FD01-2583-544E95A1C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7623" y="2685142"/>
            <a:ext cx="3673931" cy="1256393"/>
          </a:xfrm>
          <a:prstGeom prst="rect">
            <a:avLst/>
          </a:prstGeom>
        </p:spPr>
      </p:pic>
      <p:pic>
        <p:nvPicPr>
          <p:cNvPr id="16" name="Picture 15" descr="A blue whale with a black background&#10;&#10;AI-generated content may be incorrect.">
            <a:extLst>
              <a:ext uri="{FF2B5EF4-FFF2-40B4-BE49-F238E27FC236}">
                <a16:creationId xmlns:a16="http://schemas.microsoft.com/office/drawing/2014/main" id="{FA2C042B-E044-F5AA-C92C-348E06BDEF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161" y="4510768"/>
            <a:ext cx="3551465" cy="20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1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77445-85A4-00B4-3A90-2285E150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Serving LLMs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FBE206-269F-B6C4-33AC-5F823D8D9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1575" y="1202306"/>
            <a:ext cx="7082459" cy="5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1694-53D2-D99B-4631-6BF5471D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model to choose?</a:t>
            </a:r>
            <a:br>
              <a:rPr lang="en-GB" dirty="0"/>
            </a:br>
            <a:r>
              <a:rPr lang="en-GB" sz="3100" dirty="0">
                <a:solidFill>
                  <a:schemeClr val="accent1"/>
                </a:solidFill>
              </a:rPr>
              <a:t>AI = water in the tap?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52C24-CAC6-B77F-EAE1-94D649C63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36" y="1461459"/>
            <a:ext cx="5265527" cy="4869611"/>
          </a:xfrm>
          <a:prstGeom prst="rect">
            <a:avLst/>
          </a:prstGeom>
        </p:spPr>
      </p:pic>
      <p:pic>
        <p:nvPicPr>
          <p:cNvPr id="7" name="Picture 6" descr="Monopoly Water Works Faucet Editorial Photography - Illustration of spicket, isolated: 115551047">
            <a:extLst>
              <a:ext uri="{FF2B5EF4-FFF2-40B4-BE49-F238E27FC236}">
                <a16:creationId xmlns:a16="http://schemas.microsoft.com/office/drawing/2014/main" id="{DEA0DEAB-DA58-203D-3DB0-E019F825A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28942" y="961975"/>
            <a:ext cx="436568" cy="497988"/>
          </a:xfrm>
          <a:prstGeom prst="rect">
            <a:avLst/>
          </a:prstGeom>
        </p:spPr>
      </p:pic>
      <p:pic>
        <p:nvPicPr>
          <p:cNvPr id="8" name="Picture 7" descr="What's you're absolute favorite scene, line, or phrase? It was a tough  choice, but I think this is my favorite scene: &quot;What is my purpose?&quot; You  Pass Butter. &quot;Oh my God...&quot; I">
            <a:extLst>
              <a:ext uri="{FF2B5EF4-FFF2-40B4-BE49-F238E27FC236}">
                <a16:creationId xmlns:a16="http://schemas.microsoft.com/office/drawing/2014/main" id="{6FEDBA40-3DC0-C79B-AAE0-BE6691E1B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262" y="2301741"/>
            <a:ext cx="4569123" cy="319553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412F255-0F4F-3908-D05A-6F5F3B96EB07}"/>
              </a:ext>
            </a:extLst>
          </p:cNvPr>
          <p:cNvSpPr/>
          <p:nvPr/>
        </p:nvSpPr>
        <p:spPr>
          <a:xfrm flipH="1">
            <a:off x="5678128" y="4694904"/>
            <a:ext cx="528484" cy="27038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DBF425-6B06-2FEE-F18D-8859FC34EE9F}"/>
              </a:ext>
            </a:extLst>
          </p:cNvPr>
          <p:cNvCxnSpPr/>
          <p:nvPr/>
        </p:nvCxnSpPr>
        <p:spPr>
          <a:xfrm flipH="1">
            <a:off x="725128" y="4830096"/>
            <a:ext cx="4916129" cy="12290"/>
          </a:xfrm>
          <a:prstGeom prst="straightConnector1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F097541-CC15-2270-F0BB-983F548041FE}"/>
              </a:ext>
            </a:extLst>
          </p:cNvPr>
          <p:cNvSpPr txBox="1"/>
          <p:nvPr/>
        </p:nvSpPr>
        <p:spPr>
          <a:xfrm>
            <a:off x="6206611" y="4510547"/>
            <a:ext cx="12929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rgbClr val="A02B93"/>
                </a:solidFill>
              </a:rPr>
              <a:t>FORMAT</a:t>
            </a:r>
            <a:endParaRPr lang="en-US" dirty="0">
              <a:solidFill>
                <a:srgbClr val="A02B93"/>
              </a:solidFill>
            </a:endParaRPr>
          </a:p>
          <a:p>
            <a:r>
              <a:rPr lang="en-GB" dirty="0">
                <a:solidFill>
                  <a:srgbClr val="A02B93"/>
                </a:solidFill>
              </a:rPr>
              <a:t>A JSON</a:t>
            </a:r>
          </a:p>
        </p:txBody>
      </p:sp>
    </p:spTree>
    <p:extLst>
      <p:ext uri="{BB962C8B-B14F-4D97-AF65-F5344CB8AC3E}">
        <p14:creationId xmlns:p14="http://schemas.microsoft.com/office/powerpoint/2010/main" val="3743214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3936-AA19-9630-6F1B-880BBA19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Alignment / Censorship</a:t>
            </a:r>
          </a:p>
        </p:txBody>
      </p:sp>
      <p:pic>
        <p:nvPicPr>
          <p:cNvPr id="8" name="Picture 7" descr="287,100+ Medicine Clipart Illustrations - iStock">
            <a:extLst>
              <a:ext uri="{FF2B5EF4-FFF2-40B4-BE49-F238E27FC236}">
                <a16:creationId xmlns:a16="http://schemas.microsoft.com/office/drawing/2014/main" id="{2B9E2C37-C5EC-BDFC-EFF0-283209BAD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642" y="4378642"/>
            <a:ext cx="2479358" cy="2479358"/>
          </a:xfrm>
          <a:prstGeom prst="rect">
            <a:avLst/>
          </a:prstGeom>
        </p:spPr>
      </p:pic>
      <p:pic>
        <p:nvPicPr>
          <p:cNvPr id="9" name="Picture 8" descr="History Class Set of Objects Stock Vector - Illustration of globe, column: 75673489">
            <a:extLst>
              <a:ext uri="{FF2B5EF4-FFF2-40B4-BE49-F238E27FC236}">
                <a16:creationId xmlns:a16="http://schemas.microsoft.com/office/drawing/2014/main" id="{053E2060-D5B1-06D5-8B08-C5FC3F59C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85" b="32259"/>
          <a:stretch>
            <a:fillRect/>
          </a:stretch>
        </p:blipFill>
        <p:spPr>
          <a:xfrm>
            <a:off x="0" y="4896961"/>
            <a:ext cx="4034790" cy="1442720"/>
          </a:xfrm>
          <a:prstGeom prst="rect">
            <a:avLst/>
          </a:prstGeom>
        </p:spPr>
      </p:pic>
      <p:pic>
        <p:nvPicPr>
          <p:cNvPr id="11" name="Picture 10" descr="AI (Artificial Intelligence) for Authors | Killzoneblog.com">
            <a:extLst>
              <a:ext uri="{FF2B5EF4-FFF2-40B4-BE49-F238E27FC236}">
                <a16:creationId xmlns:a16="http://schemas.microsoft.com/office/drawing/2014/main" id="{37B6379B-C91E-B6E7-2B48-525AB706A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655" y="1185631"/>
            <a:ext cx="5674689" cy="371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80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BB45-36DC-8941-9157-0D43CB05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43FED-2B22-FD39-0853-A01A0D30B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8965" indent="-456565"/>
            <a:r>
              <a:rPr lang="en-GB" dirty="0"/>
              <a:t>Discuss the differences between different models</a:t>
            </a:r>
          </a:p>
          <a:p>
            <a:pPr marL="1218565" lvl="1" indent="-422910">
              <a:buSzPts val="1800"/>
            </a:pPr>
            <a:r>
              <a:rPr lang="en-GB" dirty="0"/>
              <a:t>“Strength”, capability</a:t>
            </a:r>
          </a:p>
          <a:p>
            <a:pPr marL="1218565" lvl="1" indent="-422910">
              <a:buSzPts val="1800"/>
            </a:pPr>
            <a:r>
              <a:rPr lang="en-GB" dirty="0"/>
              <a:t>Behaviour</a:t>
            </a:r>
          </a:p>
          <a:p>
            <a:pPr marL="1828165" lvl="2" indent="-422910">
              <a:buSzPts val="1800"/>
            </a:pPr>
            <a:r>
              <a:rPr lang="en-GB" dirty="0"/>
              <a:t>Style</a:t>
            </a:r>
          </a:p>
          <a:p>
            <a:pPr marL="1828165" lvl="2" indent="-422910">
              <a:buSzPts val="1800"/>
            </a:pPr>
            <a:r>
              <a:rPr lang="en-GB" dirty="0"/>
              <a:t>Censorship</a:t>
            </a:r>
          </a:p>
          <a:p>
            <a:pPr marL="1828165" lvl="2" indent="-422910">
              <a:buSzPts val="1800"/>
            </a:pPr>
            <a:r>
              <a:rPr lang="en-GB" dirty="0"/>
              <a:t>Engagement bait</a:t>
            </a:r>
          </a:p>
          <a:p>
            <a:pPr marL="1218565" lvl="1" indent="-422910">
              <a:buSzPts val="1800"/>
            </a:pPr>
            <a:r>
              <a:rPr lang="en-GB" dirty="0"/>
              <a:t>Access</a:t>
            </a:r>
          </a:p>
          <a:p>
            <a:pPr marL="1828165" lvl="2" indent="-422910">
              <a:buSzPts val="1800"/>
            </a:pPr>
            <a:r>
              <a:rPr lang="en-GB" dirty="0"/>
              <a:t>Local / Online</a:t>
            </a:r>
          </a:p>
          <a:p>
            <a:pPr marL="1828165" lvl="2" indent="-422910">
              <a:buSzPts val="1800"/>
            </a:pPr>
            <a:r>
              <a:rPr lang="en-GB" dirty="0"/>
              <a:t>Free / Paid</a:t>
            </a:r>
          </a:p>
          <a:p>
            <a:pPr marL="1218565" lvl="1" indent="-422910">
              <a:buSzPts val="1800"/>
            </a:pPr>
            <a:r>
              <a:rPr lang="en-GB" dirty="0"/>
              <a:t>Ownership</a:t>
            </a:r>
          </a:p>
          <a:p>
            <a:pPr marL="1828165" lvl="2" indent="-422910">
              <a:buSzPts val="1800"/>
            </a:pPr>
            <a:r>
              <a:rPr lang="en-GB" dirty="0"/>
              <a:t>Proprietary / open weights</a:t>
            </a:r>
          </a:p>
          <a:p>
            <a:pPr marL="1828165" lvl="2" indent="-422910">
              <a:buSzPts val="1800"/>
            </a:pPr>
            <a:r>
              <a:rPr lang="en-GB" dirty="0"/>
              <a:t>American, Chinese, European (Mistral/LeChat), British (?)</a:t>
            </a:r>
          </a:p>
          <a:p>
            <a:pPr marL="1828165" lvl="2" indent="-422910">
              <a:buSzPts val="1800"/>
            </a:pPr>
            <a:r>
              <a:rPr lang="en-GB" dirty="0"/>
              <a:t>Alignment with owner</a:t>
            </a:r>
          </a:p>
          <a:p>
            <a:pPr marL="1828165" lvl="2" indent="-422910">
              <a:buSzPts val="1800"/>
            </a:pPr>
            <a:r>
              <a:rPr lang="en-GB" dirty="0"/>
              <a:t>Political position</a:t>
            </a:r>
          </a:p>
        </p:txBody>
      </p:sp>
    </p:spTree>
    <p:extLst>
      <p:ext uri="{BB962C8B-B14F-4D97-AF65-F5344CB8AC3E}">
        <p14:creationId xmlns:p14="http://schemas.microsoft.com/office/powerpoint/2010/main" val="2703875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2716-3F45-E9BC-0B85-9B770239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Frameworks</a:t>
            </a:r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5A13E49A-3096-94C7-92FA-A686BD715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146" y="1452418"/>
            <a:ext cx="3876194" cy="3876194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18D859D-A237-A5F8-8240-767381308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31" y="2564678"/>
            <a:ext cx="3900536" cy="1636279"/>
          </a:xfrm>
          <a:prstGeom prst="rect">
            <a:avLst/>
          </a:prstGeom>
        </p:spPr>
      </p:pic>
      <p:pic>
        <p:nvPicPr>
          <p:cNvPr id="3" name="Picture 2" descr="Getting Started with Google ADK: A Step-by-Step Local Setup and Testing  Guide | by Forusone | Medium">
            <a:extLst>
              <a:ext uri="{FF2B5EF4-FFF2-40B4-BE49-F238E27FC236}">
                <a16:creationId xmlns:a16="http://schemas.microsoft.com/office/drawing/2014/main" id="{FC362598-02D9-699B-3B2E-2C91F0AAD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783" y="4564562"/>
            <a:ext cx="2743200" cy="1543050"/>
          </a:xfrm>
          <a:prstGeom prst="rect">
            <a:avLst/>
          </a:prstGeom>
        </p:spPr>
      </p:pic>
      <p:pic>
        <p:nvPicPr>
          <p:cNvPr id="7" name="Picture 6" descr="LangGraph Beginner to Advanced: Part 1: Introduction to LangGraph and some  basic concepts | Towards AI">
            <a:extLst>
              <a:ext uri="{FF2B5EF4-FFF2-40B4-BE49-F238E27FC236}">
                <a16:creationId xmlns:a16="http://schemas.microsoft.com/office/drawing/2014/main" id="{283C8FBA-9971-68BF-8ABB-85C29E874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867" y="3977148"/>
            <a:ext cx="2719234" cy="273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64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132</Words>
  <Application>Microsoft Office PowerPoint</Application>
  <PresentationFormat>Widescreen</PresentationFormat>
  <Paragraphs>40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Practicalities</vt:lpstr>
      <vt:lpstr>Hugging Face</vt:lpstr>
      <vt:lpstr>Model Types</vt:lpstr>
      <vt:lpstr>LLM</vt:lpstr>
      <vt:lpstr>Image Generation, Video Generation</vt:lpstr>
      <vt:lpstr>Text to Speech, Speech to Text</vt:lpstr>
      <vt:lpstr>OCR, Vision, Multimodal</vt:lpstr>
      <vt:lpstr>Embeddings</vt:lpstr>
      <vt:lpstr>Abliterated models</vt:lpstr>
      <vt:lpstr>Vintage models</vt:lpstr>
      <vt:lpstr>PowerPoint Presentation</vt:lpstr>
      <vt:lpstr>Serving LLMs</vt:lpstr>
      <vt:lpstr>What model to choose? AI = water in the tap?</vt:lpstr>
      <vt:lpstr>Alignment / Censorship</vt:lpstr>
      <vt:lpstr>Activity</vt:lpstr>
      <vt:lpstr>Frameworks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Radzim Sendyka</cp:lastModifiedBy>
  <cp:revision>361</cp:revision>
  <dcterms:created xsi:type="dcterms:W3CDTF">2025-09-13T11:13:31Z</dcterms:created>
  <dcterms:modified xsi:type="dcterms:W3CDTF">2026-10-16T10:17:10Z</dcterms:modified>
</cp:coreProperties>
</file>